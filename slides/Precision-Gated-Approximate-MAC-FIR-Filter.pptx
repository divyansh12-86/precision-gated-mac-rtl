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ADB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311721"/>
            <a:ext cx="3287316" cy="45200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437754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Precision-Gated Approximate-MAC FIR Filter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823418"/>
            <a:ext cx="4722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Dynamic DSP Architecture for Wearable Biomedical Devices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478932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Divyansh Seth | B.Tech EEE | Pre-Final Year Project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8012"/>
            <a:ext cx="4722763" cy="622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Power Problem in Wearable ECG Devices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496119" y="1206103"/>
            <a:ext cx="22397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Power Matters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96119" y="1431801"/>
            <a:ext cx="2239789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Wearable ECG devices run on small batteries. Continuous digital signal processing drains power rapidly, limiting clinical utility.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2983855" y="1214884"/>
            <a:ext cx="2239789" cy="841921"/>
          </a:xfrm>
          <a:prstGeom prst="roundRect">
            <a:avLst>
              <a:gd name="adj" fmla="val 497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088258" y="1319287"/>
            <a:ext cx="2030983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High Power Draw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088258" y="1544985"/>
            <a:ext cx="2030983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Full-precision MACs run continuously, even during low-information baseline intervals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983855" y="2126828"/>
            <a:ext cx="2239789" cy="706115"/>
          </a:xfrm>
          <a:prstGeom prst="roundRect">
            <a:avLst>
              <a:gd name="adj" fmla="val 592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88258" y="2231231"/>
            <a:ext cx="2030983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🔋</a:t>
            </a:r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Battery Constraint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088258" y="2456929"/>
            <a:ext cx="2030983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Wearable form factor limits battery size — power budget is severely restricted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2983855" y="2902967"/>
            <a:ext cx="2239789" cy="841921"/>
          </a:xfrm>
          <a:prstGeom prst="roundRect">
            <a:avLst>
              <a:gd name="adj" fmla="val 497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88258" y="3007370"/>
            <a:ext cx="2030983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Key Opportunity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088258" y="3233068"/>
            <a:ext cx="2030983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all ECG regions carry equal clinical importance — approximate computing can exploit this</a:t>
            </a:r>
            <a:endParaRPr lang="en-US" sz="7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902497"/>
            <a:ext cx="2326332" cy="83299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67196" y="4016425"/>
            <a:ext cx="2041327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FIR Filter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67196" y="4214143"/>
            <a:ext cx="2041327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Finite Impulse Response filter — removes noise from raw ECG signal using weighted sum of past samples</a:t>
            </a:r>
            <a:endParaRPr lang="en-US" sz="7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92475" y="3902497"/>
            <a:ext cx="2326407" cy="8329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063553" y="4016425"/>
            <a:ext cx="2041401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 Unit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3063553" y="4214143"/>
            <a:ext cx="2041401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Multiply-Accumulate — the core arithmetic operation inside every FIR filter, executed thousands of times per second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4710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Proposed Approach: Dynamic Bit-Truncation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906438"/>
            <a:ext cx="86089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idea is to adapt arithmetic precision based on the clinical importance of the ECG region being processed.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200" y="1144935"/>
            <a:ext cx="7321525" cy="26504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48656" y="3148376"/>
            <a:ext cx="1834114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Approximate MAC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48656" y="2349518"/>
            <a:ext cx="1834114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Full-Precision MAC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48656" y="1542508"/>
            <a:ext cx="1834114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QRS Detection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96119" y="3974678"/>
            <a:ext cx="3946178" cy="643086"/>
          </a:xfrm>
          <a:prstGeom prst="roundRect">
            <a:avLst>
              <a:gd name="adj" fmla="val 6944"/>
            </a:avLst>
          </a:prstGeom>
          <a:solidFill>
            <a:srgbClr val="DADBF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82" y="4128790"/>
            <a:ext cx="132904" cy="1062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1549" y="4072979"/>
            <a:ext cx="3494484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During QRS: full 16-bit precision preserved. During baseline: lower bits truncated — expected reduction in switching activity and dynamic power.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706466" y="3964707"/>
            <a:ext cx="394617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This Works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706466" y="4210496"/>
            <a:ext cx="3946178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ECG baseline between beats carries minimal diagnostic information. Truncating least significant bits (LSBs) introduces only negligible error while significantly reducing switching activity inside the MAC unit.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464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Planned Hardware Validation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50541"/>
            <a:ext cx="3478039" cy="18979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24796" y="1261988"/>
            <a:ext cx="432777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Implementation Plan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324796" y="164291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324796" y="1864816"/>
            <a:ext cx="4327773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4"/>
          <p:cNvSpPr/>
          <p:nvPr/>
        </p:nvSpPr>
        <p:spPr>
          <a:xfrm>
            <a:off x="4324796" y="1973759"/>
            <a:ext cx="432777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AD8232 ECG Sensor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324796" y="2336974"/>
            <a:ext cx="43277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Analog front-end module captures real ECG signal from electrodes and outputs a clean analog waveform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24796" y="303862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24796" y="3260527"/>
            <a:ext cx="4327773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8"/>
          <p:cNvSpPr/>
          <p:nvPr/>
        </p:nvSpPr>
        <p:spPr>
          <a:xfrm>
            <a:off x="4324796" y="3369469"/>
            <a:ext cx="432777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FPGA Prototyping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324796" y="3732684"/>
            <a:ext cx="432777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Verilog RTL design synthesised on an FPGA — a reconfigurable hardware platform used to prototype digital circuits before chip fabrication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7978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Syllabus Alignment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035373"/>
            <a:ext cx="2622724" cy="1728267"/>
          </a:xfrm>
          <a:prstGeom prst="roundRect">
            <a:avLst>
              <a:gd name="adj" fmla="val 344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2181895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4 — FIR Filters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488406"/>
            <a:ext cx="2329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design theory, windowing methods, and frequency-domain specifications directly applied in the proposed architecture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2035373"/>
            <a:ext cx="2622724" cy="1728267"/>
          </a:xfrm>
          <a:prstGeom prst="roundRect">
            <a:avLst>
              <a:gd name="adj" fmla="val 344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7122" y="2181895"/>
            <a:ext cx="232968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5 — DSP Architectures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7122" y="2709862"/>
            <a:ext cx="2329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Pipelined MAC structures, hardware-efficient arithmetic, and trade-offs in fixed-point DSP implementation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2035373"/>
            <a:ext cx="2622724" cy="1728267"/>
          </a:xfrm>
          <a:prstGeom prst="roundRect">
            <a:avLst>
              <a:gd name="adj" fmla="val 344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1605" y="2181895"/>
            <a:ext cx="232968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5 — Finite Word Length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1605" y="2709862"/>
            <a:ext cx="2329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Quantisation noise, coefficient truncation effects, and precision-versus-power trade-offs — the theoretical basis for this project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4578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Timeline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564856" y="1024607"/>
            <a:ext cx="14288" cy="2325886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</p:sp>
      <p:sp>
        <p:nvSpPr>
          <p:cNvPr id="4" name="Shape 2"/>
          <p:cNvSpPr/>
          <p:nvPr/>
        </p:nvSpPr>
        <p:spPr>
          <a:xfrm>
            <a:off x="4083807" y="1154460"/>
            <a:ext cx="365447" cy="14288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4434967" y="1024607"/>
            <a:ext cx="274067" cy="274067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620" y="1047415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6119" y="1066428"/>
            <a:ext cx="346672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Weeks 1–2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6119" y="1319585"/>
            <a:ext cx="3466728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reference model — simulate FIR filter, validate QRS detection, characterise precision requirements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94746" y="1851050"/>
            <a:ext cx="365447" cy="14288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967" y="1721197"/>
            <a:ext cx="274067" cy="274067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620" y="1744005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81154" y="1763018"/>
            <a:ext cx="346672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Weeks 3–4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81154" y="2016175"/>
            <a:ext cx="3466728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Verilog RTL — implement approximate MAC with dynamic bit-truncation logic and testbench verification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83807" y="2463924"/>
            <a:ext cx="365447" cy="14288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</p:sp>
      <p:sp>
        <p:nvSpPr>
          <p:cNvPr id="15" name="Shape 13"/>
          <p:cNvSpPr/>
          <p:nvPr/>
        </p:nvSpPr>
        <p:spPr>
          <a:xfrm>
            <a:off x="4434967" y="2334071"/>
            <a:ext cx="274067" cy="274067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620" y="2356879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6119" y="2375892"/>
            <a:ext cx="346672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Weeks 5–6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6119" y="2629049"/>
            <a:ext cx="3466728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FPGA synthesis — power and area analysis, real ECG signal validation with AD8232 sensor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6119" y="3468216"/>
            <a:ext cx="8151763" cy="440903"/>
          </a:xfrm>
          <a:prstGeom prst="roundRect">
            <a:avLst>
              <a:gd name="adj" fmla="val 11606"/>
            </a:avLst>
          </a:prstGeom>
          <a:solidFill>
            <a:srgbClr val="DADBF1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934" y="3637657"/>
            <a:ext cx="152251" cy="12181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92001" y="3603278"/>
            <a:ext cx="809126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milestones are planned targets. Results will be reported honestly against defined metrics.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96119" y="4066133"/>
            <a:ext cx="8151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 — Questions Welcome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267519" y="4527649"/>
            <a:ext cx="86089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Divyansh Seth | B.Tech EEE | Precision-Gated Approximate-MAC FIR Filter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2026-08-03T20:28:20Z</dcterms:created>
  <dcterms:modified xsi:type="dcterms:W3CDTF">2026-08-03T20:28:20Z</dcterms:modified>
</cp:coreProperties>
</file>